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7" r:id="rId1"/>
  </p:sldMasterIdLst>
  <p:notesMasterIdLst>
    <p:notesMasterId r:id="rId13"/>
  </p:notesMasterIdLst>
  <p:sldIdLst>
    <p:sldId id="271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lesh Kumar Sahu" initials="NS" lastIdx="1" clrIdx="0">
    <p:extLst>
      <p:ext uri="{19B8F6BF-5375-455C-9EA6-DF929625EA0E}">
        <p15:presenceInfo xmlns:p15="http://schemas.microsoft.com/office/powerpoint/2012/main" userId="b770ba528259850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196" autoAdjust="0"/>
  </p:normalViewPr>
  <p:slideViewPr>
    <p:cSldViewPr snapToGrid="0" snapToObjects="1">
      <p:cViewPr varScale="1">
        <p:scale>
          <a:sx n="85" d="100"/>
          <a:sy n="85" d="100"/>
        </p:scale>
        <p:origin x="151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AE7C5-6529-4ABD-94F7-7EC854336C78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04D35-C398-4CB4-9710-920FDCFDA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749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04D35-C398-4CB4-9710-920FDCFDAC7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506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14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26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30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783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7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29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6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91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249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7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80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/>
              </a:rPr>
              <a:t>PROJECT Title</a:t>
            </a:r>
            <a:br>
              <a:rPr lang="en-US" sz="3000" dirty="0">
                <a:latin typeface="Times New Roman"/>
              </a:rPr>
            </a:b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Analyzing the Impact of Cloud Computing on Business Efficiency and Scalability</a:t>
            </a:r>
            <a:endParaRPr lang="en-IN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sz="1400" dirty="0">
                <a:latin typeface="Times New Roman"/>
              </a:rPr>
              <a:t>Submitted in partial fulfillment of the requirements for the award of the degree of</a:t>
            </a:r>
            <a:r>
              <a:rPr lang="en-IN" dirty="0"/>
              <a:t> </a:t>
            </a:r>
            <a:r>
              <a:rPr lang="en-US" sz="1400" dirty="0">
                <a:latin typeface="Times New Roman"/>
              </a:rPr>
              <a:t>Master of Computer Application (MCA) By</a:t>
            </a:r>
            <a:endParaRPr lang="en-IN" dirty="0"/>
          </a:p>
          <a:p>
            <a:r>
              <a:rPr lang="en-US" sz="1400" dirty="0">
                <a:latin typeface="Times New Roman"/>
              </a:rPr>
              <a:t>Student Name: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Nilesh Kumar Sahu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</a:rPr>
              <a:t>Enrollment No: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O24MCA111831</a:t>
            </a:r>
          </a:p>
          <a:p>
            <a:r>
              <a:rPr lang="en-US" sz="1400" dirty="0">
                <a:latin typeface="Times New Roman"/>
              </a:rPr>
              <a:t>Under the guidance of</a:t>
            </a:r>
            <a:r>
              <a:rPr lang="en-IN" dirty="0"/>
              <a:t> </a:t>
            </a:r>
            <a:r>
              <a:rPr lang="en-US" sz="1400" dirty="0">
                <a:latin typeface="Times New Roman"/>
              </a:rPr>
              <a:t>Guide/Mentor Name: </a:t>
            </a:r>
            <a:r>
              <a:rPr lang="en-US" sz="1400" b="1" dirty="0">
                <a:latin typeface="Times New Roman"/>
              </a:rPr>
              <a:t>Vasanthi Chandran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24D5D-678E-8AE1-5219-B3A8C36CD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733" y="70962"/>
            <a:ext cx="2365560" cy="46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1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>
                <a:latin typeface="Times New Roman"/>
              </a:rPr>
              <a:t>Abstract /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4037747"/>
          </a:xfrm>
        </p:spPr>
        <p:txBody>
          <a:bodyPr/>
          <a:lstStyle/>
          <a:p>
            <a:r>
              <a:rPr sz="1400" b="1" dirty="0">
                <a:latin typeface="Times New Roman"/>
              </a:rPr>
              <a:t>Project Topic Overview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Investigate cloud-driven cost structures 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long-term scalability mechanisms , evaluate security risks , and map sector-specific adoption patterns. </a:t>
            </a:r>
          </a:p>
          <a:p>
            <a:pPr lvl="1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 &amp; Design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five essential cloud characteristics , utilizes a structured PRISMA research methodology , and triangulates qualitative literature with quantitative market benchmarks. 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Testing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a 15–50% cost reduction , weeks-to-minutes deployment times , a 69% reduction in downtime , and compliance validation against GDPR/HIPAA standards.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Explores AI-cloud convergence to cut operational overhead by 80% , edge computing paradigms processing 75% of data by 2030 , serverless maturation , and quantum cloud environments.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F05E6-4A87-0216-D570-AC8AA16E8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dirty="0"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4037747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/>
              </a:rPr>
              <a:t> </a:t>
            </a:r>
            <a:r>
              <a:rPr sz="1400" dirty="0">
                <a:latin typeface="Times New Roman"/>
              </a:rPr>
              <a:t>Project Background</a:t>
            </a:r>
            <a:r>
              <a:rPr lang="en-IN" sz="1400" dirty="0">
                <a:latin typeface="Times New Roman"/>
              </a:rPr>
              <a:t> </a:t>
            </a:r>
            <a:endParaRPr sz="1400" dirty="0">
              <a:latin typeface="Times New Roman"/>
            </a:endParaRP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Foundational Shift: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computing has evolved from a basic technological convenience into a critical strategic business imperative across global industries.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Expansion: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global cloud ecosystem is experiencing massive, non-cyclical growth, with expenditures estimated at USD 1.3 trillion in 2025. 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Drivers: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Driven by the intense corporate need for immediate operational agility, cost structure optimization, and rapid digital scaling capabilities. 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Revolution: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Replaces restrictive legacy data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on-demand, internet-based utility computing on a flexible pay-as-you-go consumption model. 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Adoption: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estimated 98% of contemporary enterprises utilize cloud technology, with 89% actively executing sophisticated multi-cloud strategies.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6572BB-22F1-5D8D-897C-A2B8A260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467" y="70962"/>
            <a:ext cx="2424825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dirty="0">
                <a:latin typeface="Times New Roman"/>
              </a:rPr>
              <a:t>System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853755"/>
            <a:ext cx="6705427" cy="4199725"/>
          </a:xfrm>
        </p:spPr>
        <p:txBody>
          <a:bodyPr>
            <a:normAutofit lnSpcReduction="10000"/>
          </a:bodyPr>
          <a:lstStyle/>
          <a:p>
            <a:r>
              <a:rPr sz="1400" dirty="0">
                <a:latin typeface="Times New Roman"/>
              </a:rPr>
              <a:t>Existing System</a:t>
            </a:r>
            <a:endParaRPr lang="en-US" sz="1400" dirty="0">
              <a:latin typeface="Times New Roman"/>
            </a:endParaRPr>
          </a:p>
          <a:p>
            <a:pPr lvl="1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Upfront Costs which requires heavy upfront capital expenditure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Waste during low-traffic periods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Inflexibility in which deployment takes weeks or months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Viability as Shifting to a pay-as-you-go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architectures enable elastic, theoretically unlimited horizontal scaling to handle sudden demand spikes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Gathering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a clear framework spanning Infrastructure (IaaS), Platform (PaaS), and Software (SaaS) service models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automated technical mechanisms like auto-scaling, load balancing, and container orchestration.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400" b="1" dirty="0"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6B2B0E-E40D-07F6-2D28-3E8A4056C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9737" y="966498"/>
            <a:ext cx="6571343" cy="1049235"/>
          </a:xfrm>
        </p:spPr>
        <p:txBody>
          <a:bodyPr/>
          <a:lstStyle/>
          <a:p>
            <a:pPr algn="ctr"/>
            <a:r>
              <a:rPr sz="3000" dirty="0">
                <a:latin typeface="Times New Roman"/>
              </a:rP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855695"/>
            <a:ext cx="6571343" cy="4195482"/>
          </a:xfrm>
        </p:spPr>
        <p:txBody>
          <a:bodyPr>
            <a:noAutofit/>
          </a:bodyPr>
          <a:lstStyle/>
          <a:p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  <a:p>
            <a:pPr lvl="1"/>
            <a:r>
              <a:rPr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lang="en-I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A6A8D-C47C-2FDE-1092-13FD93E1F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3DBAE2-358B-1102-F559-E8977C29B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395" y="2726094"/>
            <a:ext cx="6113534" cy="32492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dirty="0">
                <a:latin typeface="Times New Roman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853755"/>
            <a:ext cx="6571343" cy="1049235"/>
          </a:xfrm>
        </p:spPr>
        <p:txBody>
          <a:bodyPr>
            <a:normAutofit fontScale="92500"/>
          </a:bodyPr>
          <a:lstStyle/>
          <a:p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lvl="1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Stateless Application Architecture, Distributed Scalability Tier, Data Security at Rest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900C14-7F29-7C00-5E26-7C0371B24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9944F-75C4-9BB8-7E3D-81BAA0D45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967" y="2768764"/>
            <a:ext cx="6764867" cy="36929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913C2F-5D18-8712-E4DA-DD1307967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4321" y="2025090"/>
            <a:ext cx="6763126" cy="35419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020D82-E6E8-6E30-5677-CD77AA05A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dirty="0">
                <a:latin typeface="Times New Roman"/>
              </a:rPr>
              <a:t>Testing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C9EF49-8FDC-C98E-923D-6397B00B8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674" y="1955677"/>
            <a:ext cx="6911120" cy="37727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07D352-86FA-6DFD-5870-3CD399FB6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000" dirty="0">
                <a:latin typeface="Times New Roman"/>
              </a:rPr>
              <a:t>Results &amp; Discussion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0E9D52B-E73A-9D90-57B1-9300FE36A1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491" y="2124875"/>
            <a:ext cx="6669013" cy="36406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F901D2-7676-849F-F55A-C8172ED27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000" dirty="0">
                <a:latin typeface="Times New Roman"/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853755"/>
            <a:ext cx="6571343" cy="4199725"/>
          </a:xfrm>
        </p:spPr>
        <p:txBody>
          <a:bodyPr>
            <a:normAutofit lnSpcReduction="10000"/>
          </a:bodyPr>
          <a:lstStyle/>
          <a:p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  <a:p>
            <a:pPr lvl="1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Achieved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mapped the conceptual foundations, service models, and architecture patterns of hyperscale computing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validated operational performance metrics through major global enterprise case studies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Structure Optimization, Operational Tempo Acceleration and Resilient Infrastructure Architecture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dedicated AI operational models (AIOps) to reduce human monitoring overhead by up to 80%.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to dense decentralized networks to handle local real-time processing demands, with 75% of global data moving to the network edge by 2030.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63DD13-F247-627A-1751-14C993176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C3C44E-E4A7-C1B0-DD3A-53CDE4AD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3787800"/>
          </a:xfrm>
        </p:spPr>
        <p:txBody>
          <a:bodyPr/>
          <a:lstStyle/>
          <a:p>
            <a:r>
              <a:rPr lang="en-US" dirty="0"/>
              <a:t>Thank you….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08796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1860</TotalTime>
  <Words>514</Words>
  <Application>Microsoft Office PowerPoint</Application>
  <PresentationFormat>On-screen Show (4:3)</PresentationFormat>
  <Paragraphs>53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Gill Sans MT</vt:lpstr>
      <vt:lpstr>Times New Roman</vt:lpstr>
      <vt:lpstr>Gallery</vt:lpstr>
      <vt:lpstr>PROJECT Title Analyzing the Impact of Cloud Computing on Business Efficiency and Scalability</vt:lpstr>
      <vt:lpstr>Abstract / Executive Summary</vt:lpstr>
      <vt:lpstr>Introduction</vt:lpstr>
      <vt:lpstr>System Study</vt:lpstr>
      <vt:lpstr>System Analysis</vt:lpstr>
      <vt:lpstr>System Design</vt:lpstr>
      <vt:lpstr>System Implementation</vt:lpstr>
      <vt:lpstr>Testing</vt:lpstr>
      <vt:lpstr>Results &amp; Discussion</vt:lpstr>
      <vt:lpstr>Conclusion &amp; Future Scope</vt:lpstr>
      <vt:lpstr>Thank you….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 MCA / BcA / MSc (DS) Project Report Presentation</dc:title>
  <dc:creator>HP</dc:creator>
  <dc:description>generated using python-pptx</dc:description>
  <cp:lastModifiedBy>Nilesh Kumar Sahu</cp:lastModifiedBy>
  <cp:revision>13</cp:revision>
  <dcterms:created xsi:type="dcterms:W3CDTF">2013-01-27T09:14:16Z</dcterms:created>
  <dcterms:modified xsi:type="dcterms:W3CDTF">2026-06-18T14:32:09Z</dcterms:modified>
</cp:coreProperties>
</file>