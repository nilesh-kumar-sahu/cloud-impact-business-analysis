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170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777"/>
            <a:ext cx="914400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41119"/>
            <a:ext cx="8229600" cy="1097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 Impact of Cloud Computing on</a:t>
            </a:r>
          </a:p>
          <a:p>
            <a:pPr marL="0" indent="0" algn="ctr"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Business Efficiency and Scalability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Nilesh Kumar Sahu</a:t>
            </a:r>
          </a:p>
          <a:p>
            <a:pPr algn="ctr"/>
            <a:r>
              <a:rPr lang="en-US" sz="1400" i="1" dirty="0">
                <a:solidFill>
                  <a:srgbClr val="F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 : 024MCA111831</a:t>
            </a:r>
          </a:p>
          <a:p>
            <a:pPr algn="ctr"/>
            <a:r>
              <a:rPr lang="en-US" sz="1400" i="1" dirty="0">
                <a:solidFill>
                  <a:srgbClr val="F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Name : Vasanthi Chandran</a:t>
            </a:r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371A43-6DAC-DAC9-92F7-FC8CF2467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880" y="-687493"/>
            <a:ext cx="2495973" cy="24959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Market Growth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cloud spending in 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CAGR to 2034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using some form of 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$7.5T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market value by 2034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83464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4747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with multi-cloud strategy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 involving cloud storage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Definition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access to computing resources over the internet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consumption-based pricing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essential characteristics: self-service, network access, resource pooling, elasticity, measurement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 models: IaaS, PaaS, SaaS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deployment models: Public, Private, Hybrid, Multi-cloud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3474720"/>
          </a:xfrm>
          <a:prstGeom prst="rect">
            <a:avLst/>
          </a:prstGeom>
          <a:solidFill>
            <a:srgbClr val="F0F4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Virtual machines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Maximum flexibility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manages OS, applications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743200" cy="347472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66160" y="17373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Development tools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Middleware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deployment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Provider manages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743200" cy="3474720"/>
          </a:xfrm>
          <a:prstGeom prst="rect">
            <a:avLst/>
          </a:prstGeom>
          <a:solidFill>
            <a:srgbClr val="F0F4F4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17373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applications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Browser-based access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updates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Lowest management overhead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Examples: Salesforce, Microsoft 365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Cost Transformation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capital expenditure (CapEx) to operational expenditure (OpEx)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reduction: 15–50% depending on workload type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study: AWS customers report 50% lower five-year cost of operations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benefit most from elimination of upfront infrastructure investment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deployments show 23% lower operational costs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Operational Agility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deployment: weeks → minutes with cloud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market improved by 37% for cloud adopters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faster deployment of new compute resources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 more new features delivered by cloud teams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companies are 35% more likely to exceed financial goals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Netflix at Global Scale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crisis to competitive advantage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cloud-native on AWS with 1,000+ microservices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15x traffic spikes without service degradation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database corruption crisis → strategic shift to cloud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63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from 10M to 300M+ subscribers enabled by cloud scalability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cost reduction while maintaining zero-downtime deployments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Cloud Scaling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Scaling (Scale Up)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45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power to single instance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03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storage increase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175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risk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74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ceiling limits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005840"/>
            <a:ext cx="4114800" cy="3657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(Scale Out)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74920" y="16916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645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instances to pool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4920" y="21488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103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load across servers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26060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560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Theoretically unlimited scale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74920" y="30632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0175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single point of failure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74920" y="35204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474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stateless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Mechanisms of Scalability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Auto-scaling: Automatically adjust resources based on demand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balancing: Distribute traffic across instances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 &amp; Kubernetes: Orchestrate workloads at scale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computing: Event-driven, zero-infrastructure model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delivery networks: Edge caching for global reach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Operations at Historic Scale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requests/sec (Prime Day 2023)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77.24M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tasks launched (Prime Day 2024)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 Netflix handles smoothly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microservices independently scalable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83464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4747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listings on cloud infrastructure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280M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handled by CloudFront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Security: The Challenge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companies experienced serious cloud security incident in past 12 months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data breaches involve cloud-stored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breach cost: USD 4.88 million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cloud security failures are user error (misconfiguration)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use cloud storage, but only 62% encrypt data at rest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Security: Solutions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architecture: Verify every access request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Posture Management (CSPM): Continuous monitoring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Data at rest and in transit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strategy: Avoid single-provider dependency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automation: Integrate controls into deployment pipeline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Impact: Banking &amp; Finance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financial services companies use cloud technology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Chase: 6,000 applications migrated to AWS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USD 10 trillion daily on cloud infrastructure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fraud detection saves USD 250M+ annually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enables real-time risk management and trading at scale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Impact: Healthcare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healthcare cloud market: USD 54.28B in 2024 → USD 63.55B in 2025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accelerated by cloud-enabled molecular simulation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adoption grew 3,000% during COVID-19 pandemic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EHRs enable coordinated care across providers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improvements reduce shortages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Impact: Retail &amp; E-Commerce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inventory systems deliver 12% higher profit margins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personalisation powered by cloud analytics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inventory management across online and physical stores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handles Black Friday and seasonal demand spikes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Walmart leverages Azure for supply chain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Models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0F4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1261872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infrastructure, maximum scalability, lowest cost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762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176272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infrastructure, maximum control, highest security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0F4F4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906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3090672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 Private combined, flexible workload placement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Cloud Providers (Q2 2025)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Dominant market share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Azure: Enterprise strength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Cloud: Data &amp; ML focus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offered by AWS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83464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4747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regions worldwide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560320" cy="1371600"/>
          </a:xfrm>
          <a:prstGeom prst="rect">
            <a:avLst/>
          </a:prstGeom>
          <a:solidFill>
            <a:srgbClr val="F0F4F4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Three combined market share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Impact on SMEs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SME workloads in cloud (vs 74% for large enterprises)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Democratisation of enterprise-grade capabilities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analytics, CRM, ERP at affordable price 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SMEs achieve same capabilities as large competitors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Barriers: skills gaps, security concerns, governance complexity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931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Trends: AI &amp; Cloud Convergence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2115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789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cloud operations can reduce human overhead by 80%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as essential foundation for training and deploying AI models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cost optimisation identifies unused resources automatically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reshaping how organisations build cloud applications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becoming competitive necessity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Trends: Edge Computing &amp; Serverless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data expected to be processed at edge by 2030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market projected to reach USD 52.13B by 2030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adoption growing at 40% annually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reduces latency for real-time applications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continuum: integrated infrastructure across cloud-to-edge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Trends: Quantum &amp; Sustainability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accessible via cloud platforms (AWS Braket, Azure Quantum)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market expected to reach USD 1.7B by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cloud solutions could cut IT emissions by 20%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Sweden region runs on 100% renewable energy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discipline combines cost and sustainability optimisation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&amp; Resilience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strategies adopted by 89% of enterprises to avoid lock-in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outages have massive business impact (Delta Airlines: USD 500M loss)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Agreements (SLAs) provide insufficient compensation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resilience ensures business continuity during outages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Cloud-agnostic architecture (Kubernetes, containers) enables flexibility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Recommendations: Strategic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cloud as business transformation, not just technology change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cloud strategy with industry-specific value drivers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multi-cloud architecture for resilience and leverage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and advanced analytics into cloud strategy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cloud-native capabilities as core competitive advantage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Recommendations: Operational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dedicated cloud governance and cost management frameworks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cloud security as foundational operational discipline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maintain cloud architecture standards and patterns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sustained cloud skills development and training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continuous compliance and security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Computing: Five Dimensions of Impact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Cost Transformation: CapEx → OpEx with 15–50% cost reduction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Operational Agility: Days → Minutes for infrastructure deployment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Scalability: Handle 100x+ traffic spikes without fixed investment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Innovation Enablement: Democratised access to advanced capabilities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5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Business Resilience: Reduced downtime and improved continuity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D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Computing Imperative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has evolved from a technology option to a strategic imperative.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that leverage cloud effectively will achieve sustained competitive advantage through superior scalability, agility, innovation velocity, and cost efficiency.</a:t>
            </a: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endParaRPr lang="en-US" sz="16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to adopt cloud, but how to do so effectively while managing risks and building lasting competitive advantage.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6426" y="0"/>
            <a:ext cx="914400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1324</Words>
  <Application>Microsoft Office PowerPoint</Application>
  <PresentationFormat>On-screen Show (16:9)</PresentationFormat>
  <Paragraphs>233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Nilesh Kumar Sahu</cp:lastModifiedBy>
  <cp:revision>3</cp:revision>
  <dcterms:created xsi:type="dcterms:W3CDTF">2026-05-26T13:05:22Z</dcterms:created>
  <dcterms:modified xsi:type="dcterms:W3CDTF">2026-05-28T05:48:55Z</dcterms:modified>
</cp:coreProperties>
</file>